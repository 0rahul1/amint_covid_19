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1" r:id="rId9"/>
    <p:sldId id="262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E6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3" d="100"/>
          <a:sy n="73" d="100"/>
        </p:scale>
        <p:origin x="1738" y="17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A04B6B-C1DB-4B3C-B8CF-00B1D9787897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010D7B-2040-44EA-B43A-2FC2730921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5474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10D7B-2040-44EA-B43A-2FC2730921E0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83790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A9C65-35AB-01A2-F0CC-5F275F81F2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F74DBF-8DAC-22EB-159F-64832E5CD0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7420BC-D52E-965D-FB7E-6AB5B00F7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89DA77-A8E7-91AA-4F1A-3203FE133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B53644-C544-17D3-5FA9-832DDE480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6163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E070E-514A-3092-08E4-10592A121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37CC24-A93C-F000-A33D-F9DBEA6312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DA32DE-C9A8-D0DB-07CF-481ABF106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BC9C8C-51B0-A1B2-ADAC-09FC7E954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D2ABCB-D058-1339-2DFB-477EECF78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517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2CD0B-67CF-4B4D-359E-AAC98470C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28B100-1D75-92F8-4F21-6E75ED2820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D1CDB5-FE8F-5852-4F18-E5A6E6E0C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DFFC63-5371-2121-DF9B-68F40F1CC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95C379-F7A2-8FC0-0B78-7E0818404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953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40D86-FC88-4574-6066-73EACF600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D912C3-3599-70A4-5536-A872685CB7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8390A3-2EFC-D905-179C-34FA81DA13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5F0437-227A-8051-A54F-E550FFCC4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A0EE02-39D9-3033-0317-A3FEA11AB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DD861E-7E74-97D7-264F-C0E77EDDB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79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E244F-C5FC-9122-818F-935BFC283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CFC492-3E6A-E4CB-7D18-F108771F9C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A04C9E-8207-16A4-374F-01A557A13A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46C636-176D-173A-34AB-AA331F61AD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0CFE51-177F-0772-12CA-CA3087D672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11B5C9-9844-ECE7-DFE8-4E4EE322A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70B26D-4FDC-785F-B4E4-F8D96DF91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50F0DA-BB2A-D7C7-C1F0-2C8950730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379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19FD3-A48C-C019-9781-B7BC9F2AA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2A7AD5-F20A-E12C-C7BC-9D82566A3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9D1FD0-E1E3-8D76-3ECB-E6880A887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59C2BB-53D7-1A04-12BF-AB689A4D5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600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7DB109-6F78-54FB-F9C7-1E989A4EE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9A5E33-62B0-8C61-CEB1-2D9B70986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DE5048-5FEC-26EE-DF66-777C53317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0843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AB932-68B6-F9C1-732C-25DBEAC87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A08AC6-86AD-3BC9-E05E-89F13AA54B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F84B95-B398-5099-FBE6-53F10DF4A2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608B95-08FB-CD18-D94F-871399B28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A0808F-8F03-70E2-B9FF-DD4D43459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4416EE-ED1B-188C-2861-A9804F6BB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680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52241-C929-85F6-9102-7C530E5C1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10382D-C308-3F43-31F6-7947A4DBFC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C02094-6456-9C73-FA1C-44D57812AD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273B6D-A31D-8E80-DD7B-9B7B9C05A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A76932-621A-A6F2-D41B-287292F6D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0082BF-9A97-D5CB-3037-B51E2633E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8894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F1B89-DC1B-A029-C3E9-F34013817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5C3D7B-1C7F-2E73-90DC-9D43BBFBF0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C63F3-3FB1-AB84-49EC-391D1700C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EC5D06-FD1C-1F54-69B2-6635AF773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482D4C-3302-8062-A0A5-226CC187C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680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198DC0-B147-F6AE-6C81-641FAE6C97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862B3A-382B-369E-A49B-B6E7E3D261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77EB69-2926-F30F-3AD0-DBCB9BEE4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975070-034F-5C77-1A9D-12FC5737A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09C5E2-44EA-9AC4-BF27-FEC8CF361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548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890A60-50FF-351C-97E0-19CFF2B33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CB99BC-196B-3D9E-5F4F-0B6B51003A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E1E844-1492-2E4A-9B2E-7CDFF256FF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A64207-D66D-8515-A4E0-2EA938B686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FF8BCE-30C8-A796-A40D-44D225FF3D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345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5795" y="260022"/>
            <a:ext cx="7886700" cy="1325563"/>
          </a:xfrm>
        </p:spPr>
        <p:txBody>
          <a:bodyPr>
            <a:normAutofit/>
          </a:bodyPr>
          <a:lstStyle/>
          <a:p>
            <a:r>
              <a:rPr b="1" dirty="0">
                <a:latin typeface="Arial Rounded MT Bold" panose="020F0704030504030204" pitchFamily="34" charset="0"/>
              </a:rPr>
              <a:t>Economic Impact of COVID-19 on the Tourism Industry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Submitted by:</a:t>
            </a:r>
          </a:p>
          <a:p>
            <a:r>
              <a:rPr dirty="0"/>
              <a:t>Rahul | Shaurya Malhotra | Amit Kumar Yadav</a:t>
            </a:r>
          </a:p>
          <a:p>
            <a:r>
              <a:rPr dirty="0"/>
              <a:t>Subject: Office Automation</a:t>
            </a:r>
          </a:p>
          <a:p>
            <a:r>
              <a:rPr dirty="0"/>
              <a:t>Teacher: Jyoti Dhiman</a:t>
            </a:r>
          </a:p>
          <a:p>
            <a:r>
              <a:rPr dirty="0"/>
              <a:t>Date: 3 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400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The COVID-19 pandemic severely disrupted the global economy. The tourism industry was among the hardest hit due to travel bans, lockdowns, and a decline in international travel. This study explores the pandemic's impact on tourism businesses, employment, and revenue.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6B59D8-63BA-2E13-73CC-8929609FDD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3118" y="3594538"/>
            <a:ext cx="4435365" cy="305851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800" dirty="0">
                <a:latin typeface="Arial" panose="020B0604020202020204" pitchFamily="34" charset="0"/>
                <a:cs typeface="Arial" panose="020B0604020202020204" pitchFamily="34" charset="0"/>
              </a:rPr>
              <a:t>Objective</a:t>
            </a:r>
            <a:r>
              <a:rPr lang="en-IN" sz="4800" dirty="0">
                <a:latin typeface="Arial" panose="020B0604020202020204" pitchFamily="34" charset="0"/>
                <a:cs typeface="Arial" panose="020B0604020202020204" pitchFamily="34" charset="0"/>
              </a:rPr>
              <a:t> :</a:t>
            </a:r>
            <a:endParaRPr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cs typeface="Arial" panose="020B0604020202020204" pitchFamily="34" charset="0"/>
              </a:rPr>
              <a:t>To analyze how COVID-19 affected the tourism industry in terms of:</a:t>
            </a:r>
          </a:p>
          <a:p>
            <a:r>
              <a:rPr dirty="0">
                <a:cs typeface="Arial" panose="020B0604020202020204" pitchFamily="34" charset="0"/>
              </a:rPr>
              <a:t> Business closures</a:t>
            </a:r>
          </a:p>
          <a:p>
            <a:r>
              <a:rPr dirty="0">
                <a:cs typeface="Arial" panose="020B0604020202020204" pitchFamily="34" charset="0"/>
              </a:rPr>
              <a:t>Employment decline</a:t>
            </a:r>
          </a:p>
          <a:p>
            <a:r>
              <a:rPr dirty="0">
                <a:cs typeface="Arial" panose="020B0604020202020204" pitchFamily="34" charset="0"/>
              </a:rPr>
              <a:t> Revenue loss</a:t>
            </a:r>
          </a:p>
          <a:p>
            <a:r>
              <a:rPr dirty="0">
                <a:cs typeface="Arial" panose="020B0604020202020204" pitchFamily="34" charset="0"/>
              </a:rPr>
              <a:t> Recovery trends after 2021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9EC024-49FF-C851-D7CB-2205E45318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333296"/>
            <a:ext cx="4406462" cy="452470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Arial Narrow" panose="020B0606020202030204" pitchFamily="34" charset="0"/>
              </a:rPr>
              <a:t>Data Collection and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Bahnschrift Condensed" panose="020B0502040204020203" pitchFamily="34" charset="0"/>
              </a:rPr>
              <a:t>Data was collected from tourism reports, news, and online databases (2019–2022). Microsoft Excel was used to organize and analyze trends in:</a:t>
            </a:r>
          </a:p>
          <a:p>
            <a:r>
              <a:rPr dirty="0">
                <a:latin typeface="Bahnschrift Condensed" panose="020B0502040204020203" pitchFamily="34" charset="0"/>
              </a:rPr>
              <a:t>• Tourism revenue</a:t>
            </a:r>
          </a:p>
          <a:p>
            <a:r>
              <a:rPr dirty="0">
                <a:latin typeface="Bahnschrift Condensed" panose="020B0502040204020203" pitchFamily="34" charset="0"/>
              </a:rPr>
              <a:t>• Employment rates</a:t>
            </a:r>
          </a:p>
          <a:p>
            <a:r>
              <a:rPr dirty="0">
                <a:latin typeface="Bahnschrift Condensed" panose="020B0502040204020203" pitchFamily="34" charset="0"/>
              </a:rPr>
              <a:t>• Business closures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BC1868-6501-D81A-EDBF-341CA4EDEFB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369472" y="3153104"/>
            <a:ext cx="3774528" cy="2853558"/>
          </a:xfrm>
          <a:prstGeom prst="rect">
            <a:avLst/>
          </a:prstGeom>
          <a:ln>
            <a:solidFill>
              <a:srgbClr val="E3E6EB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464" y="500062"/>
            <a:ext cx="7886700" cy="1325563"/>
          </a:xfrm>
        </p:spPr>
        <p:txBody>
          <a:bodyPr/>
          <a:lstStyle/>
          <a:p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Findings and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• Tourism employment fell by nearly 45% in 2020.</a:t>
            </a:r>
          </a:p>
          <a:p>
            <a:r>
              <a:rPr dirty="0"/>
              <a:t>• Revenue dropped by 60–70% compared to 2019.</a:t>
            </a:r>
          </a:p>
          <a:p>
            <a:r>
              <a:rPr dirty="0"/>
              <a:t>• Thousands of small tourism businesses closed.</a:t>
            </a:r>
          </a:p>
          <a:p>
            <a:r>
              <a:rPr dirty="0"/>
              <a:t>• 2021 saw gradual recovery due to vaccination and domestic tourism.</a:t>
            </a:r>
          </a:p>
          <a:p>
            <a:r>
              <a:rPr dirty="0"/>
              <a:t>• By 2022, the sector began showing growth again.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BB78114-F968-0850-C428-28544D8522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2644" y="4375354"/>
            <a:ext cx="2625213" cy="241381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44CC72-5AFF-60BC-8579-61AD811A8313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54479"/>
            <a:ext cx="9144000" cy="6349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7689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EC9A509-A65D-F929-C9C5-43E4A10183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" y="647700"/>
            <a:ext cx="9029700" cy="556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6726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COVID-19 caused massive damage to the tourism industry, but recovery has begun through government support and innovation.</a:t>
            </a:r>
          </a:p>
          <a:p>
            <a:endParaRPr/>
          </a:p>
          <a:p>
            <a:r>
              <a:t>Future growth depends on:</a:t>
            </a:r>
          </a:p>
          <a:p>
            <a:r>
              <a:t>• Sustainable tourism</a:t>
            </a:r>
          </a:p>
          <a:p>
            <a:r>
              <a:t>• Health stability</a:t>
            </a:r>
          </a:p>
          <a:p>
            <a:r>
              <a:t>• Digital transformation and adaptation.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Ministry of Tourism, Government of India Report (2021)</a:t>
            </a:r>
          </a:p>
          <a:p>
            <a:r>
              <a:t>2. UNWTO – COVID-19 Tourism Recovery Tracker</a:t>
            </a:r>
          </a:p>
          <a:p>
            <a:r>
              <a:t>3. Statista – Tourism Sector Impact</a:t>
            </a:r>
          </a:p>
          <a:p>
            <a:r>
              <a:t>4. The Economic Times – Tourism Recovery Reports (2021–2022)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26</TotalTime>
  <Words>279</Words>
  <Application>Microsoft Office PowerPoint</Application>
  <PresentationFormat>On-screen Show (4:3)</PresentationFormat>
  <Paragraphs>38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Arial Narrow</vt:lpstr>
      <vt:lpstr>Arial Rounded MT Bold</vt:lpstr>
      <vt:lpstr>Bahnschrift Condensed</vt:lpstr>
      <vt:lpstr>Calibri</vt:lpstr>
      <vt:lpstr>Calibri Light</vt:lpstr>
      <vt:lpstr>Office Theme</vt:lpstr>
      <vt:lpstr>Economic Impact of COVID-19 on the Tourism Industry</vt:lpstr>
      <vt:lpstr>Introduction</vt:lpstr>
      <vt:lpstr>Objective :</vt:lpstr>
      <vt:lpstr>Data Collection and Process</vt:lpstr>
      <vt:lpstr>Findings and Analysis</vt:lpstr>
      <vt:lpstr>PowerPoint Presentation</vt:lpstr>
      <vt:lpstr>PowerPoint Presentation</vt:lpstr>
      <vt:lpstr>Conclusion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shaurya</dc:creator>
  <cp:keywords/>
  <dc:description>generated using python-pptx</dc:description>
  <cp:lastModifiedBy>Shaurya Malhotra</cp:lastModifiedBy>
  <cp:revision>2</cp:revision>
  <dcterms:created xsi:type="dcterms:W3CDTF">2013-01-27T09:14:16Z</dcterms:created>
  <dcterms:modified xsi:type="dcterms:W3CDTF">2025-11-02T16:59:12Z</dcterms:modified>
  <cp:category/>
</cp:coreProperties>
</file>